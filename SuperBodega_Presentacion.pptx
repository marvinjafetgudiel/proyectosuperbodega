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94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2926080" y="594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Gestión de Supermercado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57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257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973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18973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2689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05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6405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21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60121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83780" y="333756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73837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Arquitectura limpia · Clean Architecture · Multi-entorno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SuperBodega?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5568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5910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(4 capas)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42900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50208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50208" y="15910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+ C#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2636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84848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5910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EF Core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9436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15568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27797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(async)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91840" y="2377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6" name="Shape 24"/>
          <p:cNvSpPr/>
          <p:nvPr/>
        </p:nvSpPr>
        <p:spPr>
          <a:xfrm>
            <a:off x="3291840" y="2377440"/>
            <a:ext cx="54864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342900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950208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0208" y="27797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Railway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26480" y="237744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1" name="Shape 29"/>
          <p:cNvSpPr/>
          <p:nvPr/>
        </p:nvSpPr>
        <p:spPr>
          <a:xfrm>
            <a:off x="6126480" y="2377440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6263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784848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27797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Gestión completa de Productos · Clientes · Proveedores · Compras · Ventas · Reportes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4864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SuperBodega.Domain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negocio: Producto, Venta, Cliente, Compra…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50292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SuperBodega.Infrastructure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 + Migrations + ApplicationDbContext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770632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365760" y="2889504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502920" y="29352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SuperBodega.API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 + RabbitMQ + Swagger + DTOs + Servicios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666744"/>
            <a:ext cx="0" cy="118872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365760" y="3785616"/>
            <a:ext cx="54864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02920" y="3831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SuperBodega.Web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Frontend · Razor Views · Carrito · Dashboard · Login</a:t>
            </a:r>
            <a:endParaRPr lang="en-US" sz="11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8B65484-9F3A-4CF5-C1ED-B868788F9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721224"/>
            <a:ext cx="4354907" cy="2448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Contenedorización con Docker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14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superbodega_api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514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superbodega_postgres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856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5432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514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603504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superbodega_rabbitmq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856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5672 / 15672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docker-compose · 3 servicios interdependientes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entorno: Local → Docker → Railway</a:t>
            </a:r>
            <a:endParaRPr lang="en-US" sz="13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427B755-058D-B39C-3F12-37EFE6A60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16"/>
          <a:stretch>
            <a:fillRect/>
          </a:stretch>
        </p:blipFill>
        <p:spPr>
          <a:xfrm>
            <a:off x="1533144" y="2962656"/>
            <a:ext cx="5362397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documentada con Swagger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115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/api/Categorias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16367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65760" y="21396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21579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/api/Compras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685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365760" y="2660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" y="2679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365760" y="31821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3200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685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" y="3721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685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365760" y="42245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×4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" y="4242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/api/Reportes/ventas-por-*</a:t>
            </a:r>
            <a:endParaRPr lang="en-US" sz="13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F333EDA4-8D0A-F77D-56BA-454D20F25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50" r="1066" b="2200"/>
          <a:stretch>
            <a:fillRect/>
          </a:stretch>
        </p:blipFill>
        <p:spPr>
          <a:xfrm>
            <a:off x="2743200" y="1135397"/>
            <a:ext cx="6303264" cy="2892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 la API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Swagger UI disponible en localhost:8080/swagger · OAS 3.0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A49CCA9-D99D-B8C1-AD80-427D39BDA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54"/>
          <a:stretch>
            <a:fillRect/>
          </a:stretch>
        </p:blipFill>
        <p:spPr>
          <a:xfrm>
            <a:off x="0" y="960120"/>
            <a:ext cx="5003574" cy="238685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D8F6CE-07A0-CB68-394A-CB406A8FC7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90"/>
          <a:stretch>
            <a:fillRect/>
          </a:stretch>
        </p:blipFill>
        <p:spPr>
          <a:xfrm>
            <a:off x="3730752" y="2506223"/>
            <a:ext cx="5413248" cy="2575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— Página Principal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ASP.NET Core MVC con Razor 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Navegación: Productos · Carrito · 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 integrada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con Bootstrap</a:t>
            </a:r>
            <a:endParaRPr lang="en-U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D4C8B98-28DB-4117-8E06-C95D175A47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68"/>
          <a:stretch>
            <a:fillRect/>
          </a:stretch>
        </p:blipFill>
        <p:spPr>
          <a:xfrm>
            <a:off x="1023425" y="2423160"/>
            <a:ext cx="5595424" cy="27064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7451" y="944646"/>
            <a:ext cx="505733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en tarjetas: nombre, descripción, precio y stock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'Agregar al carrito' por producto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 Quetzales (Q)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Doritos Q15 · Queso-crema Q22 · Red Bull Q25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Vegetal Q18 · más productos disponibles</a:t>
            </a:r>
            <a:endParaRPr lang="en-US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D409FE-02BB-252F-AA82-8DAFE6E5F2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61"/>
          <a:stretch>
            <a:fillRect/>
          </a:stretch>
        </p:blipFill>
        <p:spPr>
          <a:xfrm>
            <a:off x="1847088" y="2571750"/>
            <a:ext cx="5193792" cy="2471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de Compras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264" y="881341"/>
            <a:ext cx="5338689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Producto · Precio · Cantidad · Total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visual: 'Compra realizada correctamente'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'Finalizar Compra'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el endpoint POST /api/Ventas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automático de stock al confirmar</a:t>
            </a:r>
            <a:endParaRPr lang="en-US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8D2E735-EF95-A49E-826E-93C50B7B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56"/>
          <a:stretch>
            <a:fillRect/>
          </a:stretch>
        </p:blipFill>
        <p:spPr>
          <a:xfrm>
            <a:off x="1328107" y="2434096"/>
            <a:ext cx="5437321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Administrativo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Vendidos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1,312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488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" y="2157984"/>
            <a:ext cx="4270248" cy="27157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0"/>
          <p:cNvSpPr/>
          <p:nvPr/>
        </p:nvSpPr>
        <p:spPr>
          <a:xfrm>
            <a:off x="4562856" y="2157984"/>
            <a:ext cx="4270248" cy="27157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91AEA78-05C5-D881-1F5B-7E998181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54"/>
          <a:stretch>
            <a:fillRect/>
          </a:stretch>
        </p:blipFill>
        <p:spPr>
          <a:xfrm>
            <a:off x="79540" y="2755392"/>
            <a:ext cx="4440732" cy="211836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51AD14B-2E7F-229E-1069-436117C58B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781"/>
          <a:stretch>
            <a:fillRect/>
          </a:stretch>
        </p:blipFill>
        <p:spPr>
          <a:xfrm>
            <a:off x="4562856" y="2745624"/>
            <a:ext cx="4339906" cy="2128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— RabbitMQ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68780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2048256" y="1097280"/>
            <a:ext cx="1463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2048256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48256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1296" y="1668780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3730752" y="1097280"/>
            <a:ext cx="1463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3730752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30752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93792" y="1668780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5413248" y="1097280"/>
            <a:ext cx="1463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5413248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13248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76288" y="1668780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7095744" y="1097280"/>
            <a:ext cx="14630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7095744" y="11155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95744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4231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durable 'ventas_durable' — mensajes persisten ante reinicios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RabbitMQProductor: publica mensaje JSON al crear una venta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RabbitMQConsumidor: procesa y envía email de confirmación al cliente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multi-entorno: Local / Docker / Railway</a:t>
            </a:r>
            <a:endParaRPr lang="en-US" sz="16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A319E15-A0AA-6492-D9C1-3E4BD8445F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71"/>
          <a:stretch>
            <a:fillRect/>
          </a:stretch>
        </p:blipFill>
        <p:spPr>
          <a:xfrm>
            <a:off x="5352288" y="2423160"/>
            <a:ext cx="3797381" cy="18260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— Railway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502920" y="134416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731520" y="1170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ProyectoSuperBodega  ·  Online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3337560" y="134416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3566160" y="1170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·  Online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5603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6172200" y="134416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400800" y="1170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·  Online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87452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completa en la nube: API + PostgreSQL + RabbitMQ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para conexión segura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con volúmenes dedicados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del entorno Railway vía ENV vars</a:t>
            </a: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0CC0948-BABA-7987-7140-D5AC26BAA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42"/>
          <a:stretch>
            <a:fillRect/>
          </a:stretch>
        </p:blipFill>
        <p:spPr>
          <a:xfrm>
            <a:off x="4676830" y="1938528"/>
            <a:ext cx="446717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 Railway — Datos en Producción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0" y="559191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gestionada en Railway (PostgreSQL)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automáticas con Entity Framework Core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persistidas: fecha, total, estado 'Recibido'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panel de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desde Railway</a:t>
            </a:r>
            <a:endParaRPr lang="en-US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8E177B1-0306-E2F2-F3FB-E6241BCA0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05"/>
          <a:stretch>
            <a:fillRect/>
          </a:stretch>
        </p:blipFill>
        <p:spPr>
          <a:xfrm>
            <a:off x="1124243" y="2004534"/>
            <a:ext cx="6507480" cy="31389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 con K6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5 usuarios virtuales (VUs) · 25 iteraciones · 100 % checks pasados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303520" cy="292607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Prueba Síncrona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Prueba Asíncrona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Avg. Response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58.94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35.72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Min. Response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29.21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13.59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Max. Response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93.67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95.99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p(90)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82.1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56.62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p(95)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91.11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62.08 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Checks pasados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43016" y="1316736"/>
            <a:ext cx="3035808" cy="161848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8" name="Image 0" descr="C:\Users\evant\OneDrive\Escritorio\Proyecto2\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71600"/>
            <a:ext cx="292608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43016" y="3008376"/>
            <a:ext cx="3035808" cy="161848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10" name="Image 1" descr="C:\Users\evant\OneDrive\Escritorio\Proyecto2\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63240"/>
            <a:ext cx="29260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595360" y="4800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572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gestión de supermercado con arquitectura limpia de 4 capas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84708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robusta documentada con Swagger · 7+ módulos · CRUD completo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45720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475488" y="24871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054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con RabbitMQ para confirmaciones por email en tiempo real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457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475488" y="31455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1638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full-stack en la nube con Railway: API + PostgreSQL + RabbitMQ Online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457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475488" y="38039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82219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K6 exitosas: 100 % de checks · Respuestas ~36 ms promedio (async)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475488" y="4462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44805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y escalable en .NET 10 con detección automática de entorno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697</Words>
  <Application>Microsoft Office PowerPoint</Application>
  <PresentationFormat>Presentación en pantalla (16:9)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SuperBodega</dc:title>
  <dc:subject>PptxGenJS Presentation</dc:subject>
  <dc:creator>SuperBodega Team</dc:creator>
  <cp:lastModifiedBy>217854 - EVAN  JESUS TEJADA  DUARTE</cp:lastModifiedBy>
  <cp:revision>2</cp:revision>
  <dcterms:created xsi:type="dcterms:W3CDTF">2026-05-30T13:49:49Z</dcterms:created>
  <dcterms:modified xsi:type="dcterms:W3CDTF">2026-05-30T14:21:27Z</dcterms:modified>
</cp:coreProperties>
</file>